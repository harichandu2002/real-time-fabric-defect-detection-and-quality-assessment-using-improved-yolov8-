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12" r:id="rId12"/>
    <p:sldId id="328" r:id="rId13"/>
    <p:sldId id="330" r:id="rId14"/>
    <p:sldId id="331" r:id="rId15"/>
    <p:sldId id="332" r:id="rId16"/>
    <p:sldId id="327" r:id="rId17"/>
    <p:sldId id="316" r:id="rId18"/>
    <p:sldId id="317" r:id="rId19"/>
    <p:sldId id="318" r:id="rId20"/>
    <p:sldId id="319" r:id="rId21"/>
    <p:sldId id="320" r:id="rId22"/>
    <p:sldId id="321" r:id="rId23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002" y="84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&lt;&lt;PROJECT TITLE **TIMES NEW ROMAN FONT SIZE 39**&gt;&gt;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</a:t>
            </a:r>
            <a:r>
              <a:rPr lang="en-US" sz="440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Work Final Review</a:t>
            </a:r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(SPECILAZATION)&gt;&gt;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200 WORDS FONT TIMES NEW ROMAN SIZE 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Brief summary of project including problem, methodology, and expected outcome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Overview of problem domain, motivation, and objectives (max 150 words)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538444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43257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0012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sz="2400" dirty="0"/>
              <a:t>• Identify key modules/subsystems</a:t>
            </a:r>
          </a:p>
          <a:p>
            <a:r>
              <a:rPr lang="en-US" sz="2400" dirty="0"/>
              <a:t>• Define functionality of each module</a:t>
            </a:r>
          </a:p>
          <a:p>
            <a:r>
              <a:rPr lang="en-US" sz="2400" dirty="0"/>
              <a:t>• Show module interaction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Overall architecture diagram</a:t>
            </a:r>
          </a:p>
          <a:p>
            <a:r>
              <a:rPr lang="en-US" sz="2800" dirty="0"/>
              <a:t>• Data flow between modules</a:t>
            </a:r>
          </a:p>
          <a:p>
            <a:r>
              <a:rPr lang="en-US" sz="2800" dirty="0"/>
              <a:t>• Technology stack used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Implementation of modules</a:t>
            </a:r>
          </a:p>
          <a:p>
            <a:r>
              <a:rPr lang="en-US" sz="2800" dirty="0"/>
              <a:t>• Integration strategy</a:t>
            </a:r>
          </a:p>
          <a:p>
            <a:r>
              <a:rPr lang="en-US" sz="2800" dirty="0"/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prototype description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model screenshots/results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Data classification &amp; analysis</a:t>
            </a:r>
          </a:p>
          <a:p>
            <a:r>
              <a:rPr lang="en-US" sz="2800" dirty="0"/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Performance metrics</a:t>
            </a:r>
          </a:p>
          <a:p>
            <a:r>
              <a:rPr lang="en-US" sz="2800" dirty="0"/>
              <a:t>• Observations</a:t>
            </a:r>
          </a:p>
          <a:p>
            <a:r>
              <a:rPr lang="en-US" sz="2800" dirty="0"/>
              <a:t>• Validation of approach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Planned vs completed tasks</a:t>
            </a:r>
          </a:p>
          <a:p>
            <a:r>
              <a:rPr lang="en-US" dirty="0"/>
              <a:t>• Next milestones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Lock, S., &amp; Kotonya, G. (1999). An integrated, probabilistic framework for requirement change impact analysis. Australasian Journal of Information Systems, 6(2).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HOW TO CITE A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GO TO GOOGLE SCHOLAR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 THE PAPER TITLE IN SEARCH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ONCE THE PAPER WHAT YOU HAVE SEARCHED FOR IS LISTED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CHOOSE CITE AT THE BOTTOM OF THE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SELECT APA FORMAT AND COPY IT HERE</a:t>
            </a:r>
          </a:p>
          <a:p>
            <a:pPr marL="0" indent="0" algn="just"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A5351-9EAA-8306-D86D-CD6AE061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604921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EC38-0956-1847-653C-51980FB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83002"/>
            <a:ext cx="4402728" cy="29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6880"/>
            <a:ext cx="11521440" cy="43891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479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&lt;&lt;PROJECT TITLE **TIMES NEW ROMAN FONT SIZE 39**&gt;&gt;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 / RESEARCH FRAMEWORK</vt:lpstr>
      <vt:lpstr>10. OUTCOME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Sathyarajasekaran K</cp:lastModifiedBy>
  <cp:revision>128</cp:revision>
  <dcterms:created xsi:type="dcterms:W3CDTF">2020-07-13T09:49:45Z</dcterms:created>
  <dcterms:modified xsi:type="dcterms:W3CDTF">2026-03-31T03:44:22Z</dcterms:modified>
</cp:coreProperties>
</file>